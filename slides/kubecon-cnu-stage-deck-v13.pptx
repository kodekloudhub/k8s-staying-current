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START TIMER NOW.
MUMSHAD: 'We’ve trained over a million students. #1 message after passing? I passed. Now what. Today we answer that.' MICHAEL: 'Let’s do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Beat.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2:30. If past 3:00, tighten governance slides.
MICHAEL: '3 releases/year. v1.35 shipped Dec. v1.36 targets Apr 22. v1.32 EOL Feb 28. Ingress NGINX archived — Gateway API replaces it. Gateway API is NOT core K8s — it’s a SIG Network subproject that releases independently as CRDs with its own GEP process. Same for Cluster API, Kustomize, external-dns. If you only watch the core release blog, you miss these. Your cert is a snapshot.'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MUMSHAD: 'Three releases a year, that’s a lot. So who’s actually running this thing?'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4:00.
MICHAEL: 'No. CNCF does NOT run Kubernetes. CNCF is like a landlord — provides the house (trademark, infra, KubeCon), but each project governs itself. The TOC — Technical Oversight Committee — 11 members, handles which projects get accepted and at what maturity level. TAGs advise the TOC — 5 groups post-May 2025 restructure. They publish white papers, run security assessments, evaluate projects. But they don’t own code. Kubernetes is ONE of 200+ projects under this umbrella. But it’s the biggest and most complex by far. So let me show you what’s inside Kubernetes.'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structural slide. Take your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5:30. ⚠ GATE 1: If past 6:00, compress TAGs slide.
MICHAEL: 'Steering Committee — 7 elected members, handles governance. They delegate ALL technical authority to 24 SIGs. Every line of code belongs to a SIG. SIG Network owns networking. SIG Node owns kubelet. Newest: SIG etcd, Nov 2023.
But here’s what most people miss: SIGs have SUBPROJECTS. That’s where specific work happens. Core subprojects live in github.com/kubernetes — that’s kube-apiserver, kubelet, kubectl. These ship in every release.
SIG subprojects live in github.com/kubernetes-sigs — ~201 repos. These are STILL official Kubernetes, but they release independently. Gateway API is a SIG Network subproject. It ships as CRDs, has its own version (v1.4.1), its own GEP process — not KEPs. Cluster API, Kustomize, external-dns — same pattern.
Working Groups are temporary, cross-SIG, own no code. They disband when their issue is resolved.
If you want to find who’s in each body: github.com/kubernetes/steering, github.com/kubernetes/community/blob/master/sig-list.md.'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'Special Interest Groups. SIGs are the people who write Go and merge PRs. 24 of them. Everything in Kubernetes belongs to a SIG.'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MUMSHAD builds up incorrectly. MICHAEL corrects: 'No — the architecture advisory piece is a different group called TAGs.'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7:00. ⚠ GATE 2: If past 7:30, shorten KEP scene.
MICHAEL: 'These are PARALLEL structures, not nested. K8s SIGs report to K8s Steering. CNCF TAGs report to CNCF TOC. They’re different chains of authority. Some people serve in both — that’s why the boundary seems blurry. But TAGs do NOT manage SIGs.
CNCF renamed their SIGs to TAGs ~2020 specifically to avoid this confusion. Didn’t work. May 2025, 8 became 5.
SIGs write Go and merge PRs. TAGs write white papers and evaluate projects for the TOC.'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MUMSHAD: 'Not a bug. A real enhancement. Where do I start?'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8:30.
MICHAEL: 'Core K8s uses KEPs. Alpha off, Beta on, Stable GA. kep.k8s.io/number is the shortcut.
⚠ VERIFY MORNING-OF: Test kep.k8s.io/1287 in a browser. If it doesn’t resolve, use kubernetes.dev/resources/keps/ or features.k8s.io/1287 instead.
Subprojects like Gateway API use GEPs. Own process, own cadence. Gateway API v1.4.1 shipped Dec 2025 independently from K8s v1.35.
Notice what’s NOT on these slides: vendor blogs, sponsored newsletters. Everything is upstream community sources. Start there.'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we trace a real feature?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10:00. ⚠ GATE 3 — HALFWAY. If past 10:30, cut bug scene short.
MICHAEL traces KEP-1287: sig-node, alpha v1.27, beta v1.33, stable v1.35.
⚠ VERIFY MORNING-OF: (1) Test kep.k8s.io/1287 in browser. Fallback: features.k8s.io/1287. (2) Test relnotes.k8s.io for v1.35 — known JSON parsing bug. (3) Test go.k8s.io/good-first-issue.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MUMSHAD: natural segue from features to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11:30.
MICHAEL: Bug filing walkthrough. Security bugs NEVER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MUMSHAD: 'I’ve seen how to file bugs and features. How do I jump in?'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13:00. ⚠ GATE 4: If past 13:30, compress staying current.
MICHAEL: Maintainer Summit happened Sunday March 22. SIG Meet &amp; Greet separate and open. clotributor.dev (Whitney Lee rec). GSoC apps Mar 16–31. LFX: 187 projects, 25 alumni became maintainers. AI caveat: maintainers getting flooded with AI-generated PRs. The curl maintainer talked about this publicly. Minimize AI or triple-check.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finds out their sources died.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14:30.
MICHAEL walks through. Bluesky: both @kubernetes.io and X are official. Bluesky listed first on kubernetes.io/community.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tell me what I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16:00. ⚠ Must start close by 17:00.
MICHAEL: 'Five things. Subscribe once. 30 min/week. No vendor blogs. pluto v5.22.7 (actively maintained). kubent v0.7.3 (low-velocity, not abandoned — nightly builds continue. Stable covers through v1.31; nightly builds needed for v1.32+). KubePug is an alternative using live API specs.'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TARGET: 18:00. HARD STOP: 12:57 CET.
MUMSHAD drops character. 'Everything is in this repo. Star it.' MICHAEL: Five takeaways. BOTH: 'Thank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388620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Kubernetes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Ships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Educator’s Guide to Core Releases, SIGs,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Staying Current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Mumshad Mannambeth  &amp;  Michael Forrester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|  CNCF Training Partner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Theater  •  KubeCon EU 2026 Amsterdam  •  Tuesday, March 24,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passed my CKA.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 before what I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is out of date?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Kubernetes Ships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21945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7498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RELEASES/YEAR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17520" y="731520"/>
            <a:ext cx="21945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7498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weeks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1115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LENGTH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0" y="731520"/>
            <a:ext cx="21945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7498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months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1115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SUPPORT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1645920"/>
            <a:ext cx="7132320" cy="320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288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CODENAME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208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LIFE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1645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1965960"/>
            <a:ext cx="71323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19659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Timbernetes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17, 2025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1965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2027</a:t>
            </a:r>
            <a:endParaRPr lang="en-US" sz="11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020824"/>
            <a:ext cx="219456" cy="21945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48640" y="2313432"/>
            <a:ext cx="7132320" cy="34747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23134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828800" y="2313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Wind &amp; Will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657600" y="2313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120640" y="2313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11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368296"/>
            <a:ext cx="219456" cy="21945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548640" y="2660904"/>
            <a:ext cx="71323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28"/>
          <p:cNvSpPr/>
          <p:nvPr/>
        </p:nvSpPr>
        <p:spPr>
          <a:xfrm>
            <a:off x="640080" y="26609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v1.33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828800" y="26609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Octarine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657600" y="26609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120640" y="26609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1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715768"/>
            <a:ext cx="219456" cy="219456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548640" y="3008376"/>
            <a:ext cx="7132320" cy="34747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8" name="Text 33"/>
          <p:cNvSpPr/>
          <p:nvPr/>
        </p:nvSpPr>
        <p:spPr>
          <a:xfrm>
            <a:off x="640080" y="30083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v1.32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1828800" y="30083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END OF LIFE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3657600" y="30083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5120640" y="30083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28, 2026</a:t>
            </a:r>
            <a:endParaRPr lang="en-US" sz="11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063240"/>
            <a:ext cx="219456" cy="219456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548640" y="3429000"/>
            <a:ext cx="7132320" cy="502920"/>
          </a:xfrm>
          <a:prstGeom prst="rect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31520" y="34290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NEXT UP: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v1.36  →  Code Frozen: Mar 18  |  Target Release: Apr 22, 2026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cert is a snapshot. The ecosystem is a moving target.</a:t>
            </a:r>
            <a:endParaRPr lang="en-US" sz="1800" dirty="0"/>
          </a:p>
        </p:txBody>
      </p:sp>
      <p:sp>
        <p:nvSpPr>
          <p:cNvPr id="46" name="Text 4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•  Cloud Native Theater  •  KubeCon EU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Who’s actually in charge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Kubernetes?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46CA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CNCF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provides the house. It does NOT make technical decisions for projects.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446CA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14400"/>
            <a:ext cx="3657600" cy="3520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657600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budget, marketing, events, KubeCon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84048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446CA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14400"/>
            <a:ext cx="3657600" cy="3520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Oversight Committee (TOC)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657600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members • project acceptance • maturity levels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TECHNICAL ADVISORY GROUPS (TAGs)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1627632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67712" y="2194560"/>
            <a:ext cx="1627632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59152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86784" y="2194560"/>
            <a:ext cx="1627632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78224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05856" y="2194560"/>
            <a:ext cx="1627632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97296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24928" y="2194560"/>
            <a:ext cx="1627632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16368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7432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advise the TOC. They evaluate projects and publish guidance. They do NOT own code.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3291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GRADUATED / INCUBATING / SANDBOX PROJECTS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1325880" cy="457200"/>
          </a:xfrm>
          <a:prstGeom prst="rect">
            <a:avLst/>
          </a:prstGeom>
          <a:solidFill>
            <a:srgbClr val="326CE5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566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65960" y="3566160"/>
            <a:ext cx="13258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1965960" y="3566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3566160"/>
            <a:ext cx="13258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566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566160"/>
            <a:ext cx="13258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566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566160"/>
            <a:ext cx="13258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3566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35240" y="3566160"/>
            <a:ext cx="1325880" cy="4572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7" name="Text 35"/>
          <p:cNvSpPr/>
          <p:nvPr/>
        </p:nvSpPr>
        <p:spPr>
          <a:xfrm>
            <a:off x="7635240" y="3566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more...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project governs itself. CNCF holds trademarks, provides infrastructure, and runs events.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•  Cloud Native Theater  •  KubeCon EU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what’s inside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 itself?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Kubernetes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548640"/>
            <a:ext cx="457200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26C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377440" y="548640"/>
            <a:ext cx="4389120" cy="2766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(7 elected members)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800100"/>
            <a:ext cx="4389120" cy="226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disputes, community policy • Does NOT make technical decisions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0" y="1051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SPECIAL INTEREST GROUPS (SIGs) — own ALL the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8288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Network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74520" y="182880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65960" y="18288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Node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82880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18288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Auth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8288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Apps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82880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18288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Release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182880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18288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2402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CLI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74520" y="224028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65960" y="22402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etcd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24028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22402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Docs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24028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22402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Architecture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240280"/>
            <a:ext cx="13258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0" y="22402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Scheduling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43800" y="2240280"/>
            <a:ext cx="1325880" cy="3474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35240" y="22402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 more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28803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SUBPROJECTS — where specific work happens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154680"/>
            <a:ext cx="41148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154680"/>
            <a:ext cx="54864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1821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github.com/kubernetes/*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34015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ships in every K8s release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kube-apiserver, kubelet, kube-proxy,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kubectl, kube-scheduler, etcd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154680"/>
            <a:ext cx="39319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1546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1821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github.com/kubernetes-sigs/*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4015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SUBPROJECTS — release independently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37760" y="3584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API (SIG Network) — own GEP process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API, Kustomize, external-dns...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~201 repos, all SIG-sponsored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WORKING GROUPS (temporary, cross-SIG, own no code):  WG Batch  •  WG AI Integration  •  WG Device Mgmt  •  WG LTS  •  +5 more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•  Cloud Native Theater  •  KubeCon EU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Interest Groups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 build Kubernetes. They write the code. They merge the PRs.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SIGs build Kubernetes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do the architecture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research?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Structures, Not Nested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3931920" cy="365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SIGs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 and ship actual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24 groups inside Kubernetes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653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 to K8s Steering Committee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KEPs (or GEPs for subprojects)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Scope: Kubernetes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4754880" y="64008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640080"/>
            <a:ext cx="39319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640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TAGs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Advisory only — own NO 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481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 groups across all CNCF projects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8653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 to CNCF TOC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494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Publish white papers &amp; assessments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6334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Scope: entire cloud native ecosystem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TAG ACTUALLY PRODUCE?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5760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30752"/>
            <a:ext cx="146304" cy="14630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68680" y="3712464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assessments for 50+ CNCF projects</a:t>
            </a:r>
            <a:endParaRPr lang="en-US" sz="10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59352"/>
            <a:ext cx="146304" cy="14630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68680" y="3941064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Security Whitepaper (v2)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87952"/>
            <a:ext cx="146304" cy="14630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68680" y="4169664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Security Slam — completed during KubeCon week (March 20)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•  Cloud Native Theater  •  KubeCon EU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 a great idea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Kubernetes.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I get it in?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Features Ship: KEPs and GEPs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25603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256032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by default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evaluating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640080"/>
            <a:ext cx="25603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64008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731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051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by default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planning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640080"/>
            <a:ext cx="25603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640080"/>
            <a:ext cx="25603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731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(GA)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822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822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1874520"/>
            <a:ext cx="8046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v1.35 shipped with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1874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5760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1901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21762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0" y="1901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21762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0" y="1901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21762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606040"/>
            <a:ext cx="41148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60604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KEPs — Core Kubernetes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29077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github.com/kubernetes/enhancements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kep.k8s.io/{number} → tracking issue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relnotes.k8s.io → filter by version + SIG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606040"/>
            <a:ext cx="39319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26060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651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GEPs — SIG Subprojects (e.g., Gateway API)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290779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gateway-api.sigs.k8s.io/geps/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release cadence (v1.4.1, Dec 2025)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+ Experimental channels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everything uses KEPs. Subprojects can define their own enhancement process.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all sources above are upstream community. No vendor blogs. Start with community signal.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•  Cloud Native Theater  •  KubeCon EU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heard about In-Place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 Resize. Where did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come from?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It: KEP-1287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Update of Pod Resources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"/>
            <a:ext cx="43891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73152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31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6583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KEP 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9144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kubernetes.dev/resources/keps/ → search "pod resize"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261872"/>
            <a:ext cx="43891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35331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53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280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kep.yaml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15361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keps/sig-node/1287-in-place-update-pod-resources/kep.yaml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883664"/>
            <a:ext cx="43891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97510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1901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tracking issue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1579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kep.k8s.io/1287 → labels show sig/node + stage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505456"/>
            <a:ext cx="43891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59689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5237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in release notes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779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relnotes.k8s.io → filter v1.35 + sig-node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0" y="640080"/>
            <a:ext cx="34747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640080"/>
            <a:ext cx="34747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640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kep.yaml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105156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owning-sig: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105156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sig-node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94960" y="139903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1399032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174650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1746504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v1.27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209397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2093976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v1.33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244144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2441448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v1.35 (GA!)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94960" y="278892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feature-gate: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278892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InPlacePodVerticalScaling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94960" y="313639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participating: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66560" y="3136392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sig-autoscaling, sig-sched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major feature has a paper trail. The URL is predictable.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•  Cloud Native Theater  •  KubeCon EU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OK, my idea isn’t that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great. It’s just a bug.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I report it?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Bug: The Exact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66751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667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5943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issue template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github.com/kubernetes/kubernetes/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issues/new/choose → Bug Report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36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structured 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How to reproduce?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version, runtime, 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40487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— bot labels automatically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kind/bug + needs-triage by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@k8s-ci-robot (Prow)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27355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2004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picks it 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 node → bot routes 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team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594360"/>
            <a:ext cx="3657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594360"/>
            <a:ext cx="3657600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59436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BOT COMMANDS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96012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 node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960120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a SIG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1289304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/triage accepted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289304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triaged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161848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/priority important-soon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1618488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priority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194767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/assign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1947672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227685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/kind bug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227685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as bug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260604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/area kubelet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2606040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component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0" y="2935224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/good-first-issue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40880" y="2935224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for newcomers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326440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/lgtm + /approve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40880" y="3264408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 flow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611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ref:  go.k8s.io/bot-commands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Security bugs NEVER go through public issues → kubernetes.io/security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•  Cloud Native Theater  •  KubeCon EU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 to go deeper.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I start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Slack now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53035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slack.k8s.io → #kubernetes-contributors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10332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Meet &amp; Greet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135331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this week — just walk 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88720" y="18562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 good first issue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217627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go.k8s.io/good-first-issue  |  clotributor.dev for all CNCF projects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88720" y="26791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Orientation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299923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Tuesday monthly — kubernetes.dev/docs/orientation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8720" y="3502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programs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38221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Team Shadow  •  LFX Mentorship  •  GSoC 2026 (apps closing Mar 31!)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Please minimize AI in your PRs. Maintainers are getting crushed. Triple-check before submitting.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Josh Berkus — Red Hat’s K8s Community Architect, co-chairs SIG ContribEx. Slack: jberkus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subscribed to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KubeWeekly while studying.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I good?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Landscape Broke in 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solidFill>
            <a:srgbClr val="2D1B1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7665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94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KubeWeekly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0" y="594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Dead. Last issue May 2025.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124712"/>
            <a:ext cx="8229600" cy="457200"/>
          </a:xfrm>
          <a:prstGeom prst="rect">
            <a:avLst/>
          </a:prstGeom>
          <a:solidFill>
            <a:srgbClr val="2D1B1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0700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124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podcast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0" y="1124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Ended. Hosts launched Fork Around and Find Out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1655064"/>
            <a:ext cx="8229600" cy="457200"/>
          </a:xfrm>
          <a:prstGeom prst="rect">
            <a:avLst/>
          </a:prstGeom>
          <a:solidFill>
            <a:srgbClr val="2D1B1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16550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TAG Slack channels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657600" y="16550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June 2025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185416"/>
            <a:ext cx="8229600" cy="457200"/>
          </a:xfrm>
          <a:prstGeom prst="rect">
            <a:avLst/>
          </a:prstGeom>
          <a:solidFill>
            <a:srgbClr val="2D2A1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6771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21854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Slack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657600" y="2185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 threatened, then cancelled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2715768"/>
            <a:ext cx="8229600" cy="457200"/>
          </a:xfrm>
          <a:prstGeom prst="rect">
            <a:avLst/>
          </a:prstGeom>
          <a:solidFill>
            <a:srgbClr val="1B2D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9806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27157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 @kubernetes.io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657600" y="2715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K8s social channel (listed before X)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1B2D23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328416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0584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LWKD (lwkd.info)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3657600" y="3246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best weekly digest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57200" y="3776472"/>
            <a:ext cx="8229600" cy="457200"/>
          </a:xfrm>
          <a:prstGeom prst="rect">
            <a:avLst/>
          </a:prstGeom>
          <a:solidFill>
            <a:srgbClr val="1B2D23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58768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05840" y="3776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of the Cloud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3657600" y="37764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KubeWeekly (monthly)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•  Cloud Native Theater  •  KubeCon EU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26CE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overwhelmed.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I actually need?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Mumshad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channels. 30 minutes/week.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4572000" cy="43891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75895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685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kubernetes-security-announce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0" y="6858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 only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216152"/>
            <a:ext cx="4572000" cy="43891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8930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121615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LWKD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0" y="12161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dev digest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8640" y="1746504"/>
            <a:ext cx="4572000" cy="43891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1965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174650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Blog RSS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0" y="174650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kubernetes.io/feed.xml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48640" y="2276856"/>
            <a:ext cx="4572000" cy="43891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35000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" y="22768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Releases Only watch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657600" y="22768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kubernetes/kubernetes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48640" y="2807208"/>
            <a:ext cx="4572000" cy="43891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803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8992" y="28072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CVE JSON feed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657600" y="28072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486400" y="685800"/>
            <a:ext cx="3200400" cy="2880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18"/>
          <p:cNvSpPr/>
          <p:nvPr/>
        </p:nvSpPr>
        <p:spPr>
          <a:xfrm>
            <a:off x="5486400" y="685800"/>
            <a:ext cx="54864" cy="2880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19"/>
          <p:cNvSpPr/>
          <p:nvPr/>
        </p:nvSpPr>
        <p:spPr>
          <a:xfrm>
            <a:off x="5760720" y="822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(20 min)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7607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LWKD + 1-2 SIG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channels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760720" y="1737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(30 min)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76072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of the Cloud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K8s blog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760720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(1 hr)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76072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 v5.22.7 + kubent/kubepug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review upcoming KEPs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Developers: SIG Apps, CLI    |    Operators: SIG Node, Network, Auth    |    Architects: SIG Architecture, Alpha KEPs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upstream community sources. No vendor blogs. Start with signal, add context later.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 •  Cloud Native Theater  •  KubeCon EU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800" y="182880"/>
            <a:ext cx="32004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971800" y="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github.com/kodekloud/k8s-staying-current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3931920"/>
            <a:ext cx="146304" cy="146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390448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cert is a snapshot. Kubernetes ships 3x/year.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133088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410565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 own everything. Follow the SIG, not the vendor blog.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334256"/>
            <a:ext cx="146304" cy="1463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74520" y="430682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landscape changed in 2025. Update your bookmarks.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535424"/>
            <a:ext cx="146304" cy="1463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74520" y="45079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a week. That’s all it takes.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4736592"/>
            <a:ext cx="146304" cy="1463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74520" y="470916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contribute exists. It starts today.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Kubernetes Actually Ships</dc:title>
  <dc:subject>PptxGenJS Presentation</dc:subject>
  <dc:creator>KodeKloud</dc:creator>
  <cp:lastModifiedBy>KodeKloud</cp:lastModifiedBy>
  <cp:revision>1</cp:revision>
  <dcterms:created xsi:type="dcterms:W3CDTF">2026-03-16T01:55:47Z</dcterms:created>
  <dcterms:modified xsi:type="dcterms:W3CDTF">2026-03-16T01:55:47Z</dcterms:modified>
</cp:coreProperties>
</file>